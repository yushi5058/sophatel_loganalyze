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F5F7FA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274320" cy="53949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ms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1072055" cy="777240"/>
          </a:xfrm>
          <a:prstGeom prst="rect">
            <a:avLst/>
          </a:prstGeom>
        </p:spPr>
      </p:pic>
      <p:pic>
        <p:nvPicPr>
          <p:cNvPr id="5" name="Picture 4" descr="sophate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051560"/>
            <a:ext cx="356616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2011680"/>
            <a:ext cx="9601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7AE60"/>
                </a:solidFill>
              </a:defRPr>
            </a:pPr>
            <a:r>
              <a:t>PROJET DE FIN D'ANNEE — 4EME ANNEE IIR</a:t>
            </a:r>
          </a:p>
          <a:p>
            <a:pPr>
              <a:spcBef>
                <a:spcPts val="400"/>
              </a:spcBef>
              <a:defRPr sz="4200" b="1">
                <a:solidFill>
                  <a:srgbClr val="1C4E80"/>
                </a:solidFill>
              </a:defRPr>
            </a:pPr>
            <a:r>
              <a:t>LogAnalyze</a:t>
            </a:r>
          </a:p>
          <a:p>
            <a:pPr>
              <a:spcBef>
                <a:spcPts val="600"/>
              </a:spcBef>
              <a:defRPr sz="2000">
                <a:solidFill>
                  <a:srgbClr val="3C4650"/>
                </a:solidFill>
              </a:defRPr>
            </a:pPr>
            <a:r>
              <a:t>Plateforme centralisée de collecte, d'audit de sécurité</a:t>
            </a:r>
            <a:br/>
            <a:r>
              <a:t>et d'analyse analytique des journaux Nginx multi-serveurs</a:t>
            </a:r>
          </a:p>
          <a:p>
            <a:br/>
            <a:pPr>
              <a:spcBef>
                <a:spcPts val="1200"/>
              </a:spcBef>
              <a:defRPr sz="1500">
                <a:solidFill>
                  <a:srgbClr val="78828C"/>
                </a:solidFill>
              </a:defRPr>
            </a:pPr>
            <a:r>
              <a:t>Réalisé par : Elias Chakroun &amp; Yahya Khalifi</a:t>
            </a:r>
            <a:br/>
            <a:r>
              <a:t>Encadrante pédagogique : Pr. Sara AIT BENNACER (EMSI)</a:t>
            </a:r>
            <a:br/>
            <a:r>
              <a:t>Organisme d'accueil : SOPHATEL  |  Année universitaire : 2025 - 2026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7AE60"/>
                </a:solidFill>
              </a:defRPr>
            </a:pPr>
            <a:r>
              <a:t>PROJET DE FIN D'ANNEE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4E80"/>
                </a:solidFill>
              </a:defRPr>
            </a:pPr>
            <a:r>
              <a:t>Plan de la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828C"/>
                </a:solidFill>
              </a:defRPr>
            </a:pPr>
            <a:r>
              <a:t>LogAnalyze — Supervision &amp; Sécurisation Nginx  |  SOPHATEL &amp; EMSI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26364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C4E80"/>
                </a:solidFill>
              </a:defRPr>
            </a:pPr>
            <a: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C4650"/>
                </a:solidFill>
              </a:defRPr>
            </a:pPr>
            <a:r>
              <a:t>•  1. Introduction (Contexte &amp; Problématique)</a:t>
            </a:r>
          </a:p>
          <a:p>
            <a:pPr>
              <a:spcAft>
                <a:spcPts val="1400"/>
              </a:spcAft>
              <a:defRPr sz="2200">
                <a:solidFill>
                  <a:srgbClr val="3C4650"/>
                </a:solidFill>
              </a:defRPr>
            </a:pPr>
            <a:r>
              <a:t>•  2. Établissement d'Accueil (SOPHATEL)</a:t>
            </a:r>
          </a:p>
          <a:p>
            <a:pPr>
              <a:spcAft>
                <a:spcPts val="1400"/>
              </a:spcAft>
              <a:defRPr sz="2200">
                <a:solidFill>
                  <a:srgbClr val="3C4650"/>
                </a:solidFill>
              </a:defRPr>
            </a:pPr>
            <a:r>
              <a:t>•  3. Étude Préalable (Existant, Critique &amp; Planning)</a:t>
            </a:r>
          </a:p>
          <a:p>
            <a:pPr>
              <a:spcAft>
                <a:spcPts val="1400"/>
              </a:spcAft>
              <a:defRPr sz="2200">
                <a:solidFill>
                  <a:srgbClr val="3C4650"/>
                </a:solidFill>
              </a:defRPr>
            </a:pPr>
            <a:r>
              <a:t>•  4. Étude Détaillée (Besoins &amp; Modélisation UML)</a:t>
            </a:r>
          </a:p>
          <a:p>
            <a:pPr>
              <a:spcAft>
                <a:spcPts val="1400"/>
              </a:spcAft>
              <a:defRPr sz="2200">
                <a:solidFill>
                  <a:srgbClr val="3C4650"/>
                </a:solidFill>
              </a:defRPr>
            </a:pPr>
            <a:r>
              <a:t>•  5. Choix Technologiques (Stack &amp; Outils)</a:t>
            </a:r>
          </a:p>
          <a:p>
            <a:pPr>
              <a:spcAft>
                <a:spcPts val="1400"/>
              </a:spcAft>
              <a:defRPr sz="2200">
                <a:solidFill>
                  <a:srgbClr val="3C4650"/>
                </a:solidFill>
              </a:defRPr>
            </a:pPr>
            <a:r>
              <a:t>•  6. Réalisation (avec démonstration en direct)</a:t>
            </a:r>
          </a:p>
          <a:p>
            <a:pPr>
              <a:spcAft>
                <a:spcPts val="1400"/>
              </a:spcAft>
              <a:defRPr sz="2200">
                <a:solidFill>
                  <a:srgbClr val="3C4650"/>
                </a:solidFill>
              </a:defRPr>
            </a:pPr>
            <a:r>
              <a:t>•  7. Conclusion et Perspectives d'évolution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7AE60"/>
                </a:solidFill>
              </a:defRPr>
            </a:pPr>
            <a:r>
              <a:t>PROJET DE FIN D'ANNEE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4E80"/>
                </a:solidFill>
              </a:defRPr>
            </a:pPr>
            <a:r>
              <a:t>Introduction : Contexte &amp; Enjeux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828C"/>
                </a:solidFill>
              </a:defRPr>
            </a:pPr>
            <a:r>
              <a:t>LogAnalyze — Supervision &amp; Sécurisation Nginx  |  SOPHATEL &amp; EMSI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26364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C4E80"/>
                </a:solidFill>
              </a:defRPr>
            </a:pPr>
            <a:r>
              <a:t>3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10515600" cy="77724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Objectif : Transformer une base fragile en plateforme d'observabilité sécurisée et conteneurisée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51560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C4650"/>
                </a:solidFill>
              </a:defRPr>
            </a:pPr>
            <a:r>
              <a:t>•  Infrastructures réparties : Multiplicité des serveurs VPS exécutant Nginx.</a:t>
            </a:r>
          </a:p>
          <a:p>
            <a:pPr>
              <a:spcAft>
                <a:spcPts val="1400"/>
              </a:spcAft>
              <a:defRPr sz="2000">
                <a:solidFill>
                  <a:srgbClr val="3C4650"/>
                </a:solidFill>
              </a:defRPr>
            </a:pPr>
            <a:r>
              <a:t>•  Journaux volumineux et dispersés : Analyse manuelle lente, complexe et peu sécurisée.</a:t>
            </a:r>
          </a:p>
          <a:p>
            <a:pPr>
              <a:spcAft>
                <a:spcPts val="1400"/>
              </a:spcAft>
              <a:defRPr sz="2000">
                <a:solidFill>
                  <a:srgbClr val="3C4650"/>
                </a:solidFill>
              </a:defRPr>
            </a:pPr>
            <a:r>
              <a:t>•  Secteur santé / officinal : Exigence stricte de haute disponibilité et de confidentialité.</a:t>
            </a:r>
          </a:p>
          <a:p>
            <a:pPr>
              <a:spcAft>
                <a:spcPts val="1400"/>
              </a:spcAft>
              <a:defRPr sz="2000">
                <a:solidFill>
                  <a:srgbClr val="3C4650"/>
                </a:solidFill>
              </a:defRPr>
            </a:pPr>
            <a:r>
              <a:t>•  Mission PFA : Reprendre, auditer, fiabiliser et faire évoluer une ébauche logicielle interne.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7AE60"/>
                </a:solidFill>
              </a:defRPr>
            </a:pPr>
            <a:r>
              <a:t>PROJET DE FIN D'ANNEE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4E80"/>
                </a:solidFill>
              </a:defRPr>
            </a:pPr>
            <a:r>
              <a:t>Établissement d'accueil : SOPHATEL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828C"/>
                </a:solidFill>
              </a:defRPr>
            </a:pPr>
            <a:r>
              <a:t>LogAnalyze — Supervision &amp; Sécurisation Nginx  |  SOPHATEL &amp; EMSI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26364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C4E80"/>
                </a:solidFill>
              </a:defRPr>
            </a:pPr>
            <a:r>
              <a:t>4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6217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C4650"/>
                </a:solidFill>
              </a:defRPr>
            </a:pPr>
            <a:r>
              <a:t>•  Société marocaine créée en 1983 (Pionnière des solutions digitales en santé).</a:t>
            </a:r>
          </a:p>
          <a:p>
            <a:pPr>
              <a:spcAft>
                <a:spcPts val="1600"/>
              </a:spcAft>
              <a:defRPr sz="2000">
                <a:solidFill>
                  <a:srgbClr val="3C4650"/>
                </a:solidFill>
              </a:defRPr>
            </a:pPr>
            <a:r>
              <a:t>•  Cœur de métier : Logiciels pour pharmacies d'officine et systèmes d'échange sécurisé.</a:t>
            </a:r>
          </a:p>
          <a:p>
            <a:pPr>
              <a:spcAft>
                <a:spcPts val="1600"/>
              </a:spcAft>
              <a:defRPr sz="2000">
                <a:solidFill>
                  <a:srgbClr val="3C4650"/>
                </a:solidFill>
              </a:defRPr>
            </a:pPr>
            <a:r>
              <a:t>•  Valeurs fondamentales : Robustesse, confidentialité des données et continuité de service.</a:t>
            </a:r>
          </a:p>
          <a:p>
            <a:pPr>
              <a:spcAft>
                <a:spcPts val="1600"/>
              </a:spcAft>
              <a:defRPr sz="2000">
                <a:solidFill>
                  <a:srgbClr val="3C4650"/>
                </a:solidFill>
              </a:defRPr>
            </a:pPr>
            <a:r>
              <a:t>•  Contexte du stage : Supervision et sécurisation des accès web sur le parc multi-serveurs.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645920"/>
            <a:ext cx="4023360" cy="4206240"/>
          </a:xfrm>
          <a:prstGeom prst="roundRect">
            <a:avLst/>
          </a:prstGeom>
          <a:solidFill>
            <a:srgbClr val="F5F7FA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400" b="1">
                <a:solidFill>
                  <a:srgbClr val="1C4E80"/>
                </a:solidFill>
              </a:defRPr>
            </a:pPr>
            <a:r>
              <a:t>FICHE SIGNALETIQUE</a:t>
            </a:r>
          </a:p>
          <a:p>
            <a:pPr>
              <a:spcAft>
                <a:spcPts val="1000"/>
              </a:spcAft>
              <a:defRPr sz="1800">
                <a:solidFill>
                  <a:srgbClr val="3C4650"/>
                </a:solidFill>
              </a:defRPr>
            </a:pPr>
            <a:r>
              <a:t>Création : 1983</a:t>
            </a:r>
          </a:p>
          <a:p>
            <a:pPr>
              <a:spcAft>
                <a:spcPts val="1000"/>
              </a:spcAft>
              <a:defRPr sz="1800">
                <a:solidFill>
                  <a:srgbClr val="3C4650"/>
                </a:solidFill>
              </a:defRPr>
            </a:pPr>
            <a:r>
              <a:t>Secteur : Santé / Officines</a:t>
            </a:r>
          </a:p>
          <a:p>
            <a:pPr>
              <a:spcAft>
                <a:spcPts val="1000"/>
              </a:spcAft>
              <a:defRPr sz="1800">
                <a:solidFill>
                  <a:srgbClr val="3C4650"/>
                </a:solidFill>
              </a:defRPr>
            </a:pPr>
            <a:r>
              <a:t>Périmètre : Multi-VPS Nginx</a:t>
            </a:r>
          </a:p>
          <a:p>
            <a:pPr>
              <a:spcAft>
                <a:spcPts val="1000"/>
              </a:spcAft>
              <a:defRPr sz="1800">
                <a:solidFill>
                  <a:srgbClr val="3C4650"/>
                </a:solidFill>
              </a:defRPr>
            </a:pPr>
            <a:r>
              <a:t>Projet : LogAnalyze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7AE60"/>
                </a:solidFill>
              </a:defRPr>
            </a:pPr>
            <a:r>
              <a:t>PROJET DE FIN D'ANNEE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4E80"/>
                </a:solidFill>
              </a:defRPr>
            </a:pPr>
            <a:r>
              <a:t>Étude préalable (Existant &amp; Critique)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828C"/>
                </a:solidFill>
              </a:defRPr>
            </a:pPr>
            <a:r>
              <a:t>LogAnalyze — Supervision &amp; Sécurisation Nginx  |  SOPHATEL &amp; EMSI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26364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C4E80"/>
                </a:solidFill>
              </a:defRPr>
            </a:pPr>
            <a:r>
              <a:t>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C4650"/>
                </a:solidFill>
              </a:defRPr>
            </a:pPr>
            <a:r>
              <a:t>•  Description de l'existant : Prototype partiel hérité (FastAPI + Angular + PostgreSQL).</a:t>
            </a:r>
          </a:p>
          <a:p>
            <a:pPr>
              <a:spcAft>
                <a:spcPts val="1400"/>
              </a:spcAft>
              <a:defRPr sz="2000">
                <a:solidFill>
                  <a:srgbClr val="3C4650"/>
                </a:solidFill>
              </a:defRPr>
            </a:pPr>
            <a:r>
              <a:t>•  Instabilité de collecte : Échecs de socket SSH créant des collections vides en base.</a:t>
            </a:r>
          </a:p>
          <a:p>
            <a:pPr>
              <a:spcAft>
                <a:spcPts val="1400"/>
              </a:spcAft>
              <a:defRPr sz="2000">
                <a:solidFill>
                  <a:srgbClr val="3C4650"/>
                </a:solidFill>
              </a:defRPr>
            </a:pPr>
            <a:r>
              <a:t>•  Duplication massive : Absence de déduplication, faussant l'intégralité des métriques.</a:t>
            </a:r>
          </a:p>
          <a:p>
            <a:pPr>
              <a:spcAft>
                <a:spcPts val="1400"/>
              </a:spcAft>
              <a:defRPr sz="2000">
                <a:solidFill>
                  <a:srgbClr val="3C4650"/>
                </a:solidFill>
              </a:defRPr>
            </a:pPr>
            <a:r>
              <a:t>•  Failles de sécurité : Clés SSH en clair en BDD, absence de contrôle RBAC, CORS non filtré.</a:t>
            </a:r>
          </a:p>
          <a:p>
            <a:pPr>
              <a:spcAft>
                <a:spcPts val="1400"/>
              </a:spcAft>
              <a:defRPr sz="2000">
                <a:solidFill>
                  <a:srgbClr val="3C4650"/>
                </a:solidFill>
              </a:defRPr>
            </a:pPr>
            <a:r>
              <a:t>•  Planning prévisionnel : 4 semaines (Audit → Ingestion &amp; BDD → Sécurité &amp; RBAC → Docker).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7AE60"/>
                </a:solidFill>
              </a:defRPr>
            </a:pPr>
            <a:r>
              <a:t>PROJET DE FIN D'ANNEE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4E80"/>
                </a:solidFill>
              </a:defRPr>
            </a:pPr>
            <a:r>
              <a:t>Étude détaillée (Besoins &amp; Modélisation UML)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828C"/>
                </a:solidFill>
              </a:defRPr>
            </a:pPr>
            <a:r>
              <a:t>LogAnalyze — Supervision &amp; Sécurisation Nginx  |  SOPHATEL &amp; EMSI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26364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C4E80"/>
                </a:solidFill>
              </a:defRPr>
            </a:pPr>
            <a:r>
              <a:t>6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5486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3C4650"/>
                </a:solidFill>
              </a:defRPr>
            </a:pPr>
            <a:r>
              <a:t>•  Acteur unique : Super-administrateur centralisant la gouvernance technique.</a:t>
            </a:r>
          </a:p>
          <a:p>
            <a:pPr>
              <a:spcAft>
                <a:spcPts val="1400"/>
              </a:spcAft>
              <a:defRPr sz="1900">
                <a:solidFill>
                  <a:srgbClr val="3C4650"/>
                </a:solidFill>
              </a:defRPr>
            </a:pPr>
            <a:r>
              <a:t>•  Besoins fonctionnels : Collecte SSH sans agent, déduplication, latences p95/p99, alertes.</a:t>
            </a:r>
          </a:p>
          <a:p>
            <a:pPr>
              <a:spcAft>
                <a:spcPts val="1400"/>
              </a:spcAft>
              <a:defRPr sz="1900">
                <a:solidFill>
                  <a:srgbClr val="3C4650"/>
                </a:solidFill>
              </a:defRPr>
            </a:pPr>
            <a:r>
              <a:t>•  Besoins non fonctionnels : Atomicité ACID, pagination native, chiffrement AES-128.</a:t>
            </a:r>
          </a:p>
          <a:p>
            <a:pPr>
              <a:spcAft>
                <a:spcPts val="1400"/>
              </a:spcAft>
              <a:defRPr sz="1900">
                <a:solidFill>
                  <a:srgbClr val="3C4650"/>
                </a:solidFill>
              </a:defRPr>
            </a:pPr>
            <a:r>
              <a:t>•  Modélisation UML : Cas d'utilisation, Classes, Séquence et Activité.</a:t>
            </a:r>
          </a:p>
        </p:txBody>
      </p:sp>
      <p:pic>
        <p:nvPicPr>
          <p:cNvPr id="7" name="Picture 6" descr="usec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508760"/>
            <a:ext cx="3501343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7AE60"/>
                </a:solidFill>
              </a:defRPr>
            </a:pPr>
            <a:r>
              <a:t>PROJET DE FIN D'ANNEE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4E80"/>
                </a:solidFill>
              </a:defRPr>
            </a:pPr>
            <a:r>
              <a:t>Choix technologiques &amp; Outils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828C"/>
                </a:solidFill>
              </a:defRPr>
            </a:pPr>
            <a:r>
              <a:t>LogAnalyze — Supervision &amp; Sécurisation Nginx  |  SOPHATEL &amp; EMSI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26364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C4E80"/>
                </a:solidFill>
              </a:defRPr>
            </a:pPr>
            <a: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C4650"/>
                </a:solidFill>
              </a:defRPr>
            </a:pPr>
            <a:r>
              <a:t>•  Backend : Python 3.12 (uv manager), FastAPI (Uvicorn asynchrone, validation Pydantic).</a:t>
            </a:r>
          </a:p>
          <a:p>
            <a:pPr>
              <a:spcAft>
                <a:spcPts val="1400"/>
              </a:spcAft>
              <a:defRPr sz="2000">
                <a:solidFill>
                  <a:srgbClr val="3C4650"/>
                </a:solidFill>
              </a:defRPr>
            </a:pPr>
            <a:r>
              <a:t>•  Frontend : Angular 17 (TypeScript, architecture composants et services réactifs).</a:t>
            </a:r>
          </a:p>
          <a:p>
            <a:pPr>
              <a:spcAft>
                <a:spcPts val="1400"/>
              </a:spcAft>
              <a:defRPr sz="2000">
                <a:solidFill>
                  <a:srgbClr val="3C4650"/>
                </a:solidFill>
              </a:defRPr>
            </a:pPr>
            <a:r>
              <a:t>•  Collecte sans agent : Paramiko (SSH/SFTP distant) orchestré par APScheduler.</a:t>
            </a:r>
          </a:p>
          <a:p>
            <a:pPr>
              <a:spcAft>
                <a:spcPts val="1400"/>
              </a:spcAft>
              <a:defRPr sz="2000">
                <a:solidFill>
                  <a:srgbClr val="3C4650"/>
                </a:solidFill>
              </a:defRPr>
            </a:pPr>
            <a:r>
              <a:t>•  Persistance : PostgreSQL 16 &amp; SQLAlchemy 2.0 (Ingestion bulk_save_objects).</a:t>
            </a:r>
          </a:p>
          <a:p>
            <a:pPr>
              <a:spcAft>
                <a:spcPts val="1400"/>
              </a:spcAft>
              <a:defRPr sz="2000">
                <a:solidFill>
                  <a:srgbClr val="3C4650"/>
                </a:solidFill>
              </a:defRPr>
            </a:pPr>
            <a:r>
              <a:t>•  Sécurité : Fernet (cryptographie symétrique), Argon2id, JWT et SlowAPI.</a:t>
            </a:r>
          </a:p>
          <a:p>
            <a:pPr>
              <a:spcAft>
                <a:spcPts val="1400"/>
              </a:spcAft>
              <a:defRPr sz="2000">
                <a:solidFill>
                  <a:srgbClr val="3C4650"/>
                </a:solidFill>
              </a:defRPr>
            </a:pPr>
            <a:r>
              <a:t>•  Déploiement &amp; Tests : Docker Compose multi-conteneurs, pytest &amp; httpx.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7AE60"/>
                </a:solidFill>
              </a:defRPr>
            </a:pPr>
            <a:r>
              <a:t>PROJET DE FIN D'ANNEE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4E80"/>
                </a:solidFill>
              </a:defRPr>
            </a:pPr>
            <a:r>
              <a:t>Réalisation (avec démonstration)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828C"/>
                </a:solidFill>
              </a:defRPr>
            </a:pPr>
            <a:r>
              <a:t>LogAnalyze — Supervision &amp; Sécurisation Nginx  |  SOPHATEL &amp; EMSI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26364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C4E80"/>
                </a:solidFill>
              </a:defRPr>
            </a:pPr>
            <a:r>
              <a:t>8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10515600" cy="8229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PASSAGE À LA DÉMONSTRATION EN DIRECT DE LA PLATEFORME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468880"/>
            <a:ext cx="10515600" cy="3566160"/>
          </a:xfrm>
          <a:prstGeom prst="roundRect">
            <a:avLst/>
          </a:prstGeom>
          <a:solidFill>
            <a:srgbClr val="F5F7FA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9966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C4650"/>
                </a:solidFill>
              </a:defRPr>
            </a:pPr>
            <a:r>
              <a:t>•  Scénario 1 : Authentification forte et sécurisation de session via jeton JWT.</a:t>
            </a:r>
          </a:p>
          <a:p>
            <a:pPr>
              <a:spcAft>
                <a:spcPts val="1400"/>
              </a:spcAft>
              <a:defRPr sz="2000">
                <a:solidFill>
                  <a:srgbClr val="3C4650"/>
                </a:solidFill>
              </a:defRPr>
            </a:pPr>
            <a:r>
              <a:t>•  Scénario 2 : Enrôlement d'un VPS et chiffrement des identifiants au repos (Fernet).</a:t>
            </a:r>
          </a:p>
          <a:p>
            <a:pPr>
              <a:spcAft>
                <a:spcPts val="1400"/>
              </a:spcAft>
              <a:defRPr sz="2000">
                <a:solidFill>
                  <a:srgbClr val="3C4650"/>
                </a:solidFill>
              </a:defRPr>
            </a:pPr>
            <a:r>
              <a:t>•  Scénario 3 : Déclenchement de la collecte distante SSH sans agent et déduplication.</a:t>
            </a:r>
          </a:p>
          <a:p>
            <a:pPr>
              <a:spcAft>
                <a:spcPts val="1400"/>
              </a:spcAft>
              <a:defRPr sz="2000">
                <a:solidFill>
                  <a:srgbClr val="3C4650"/>
                </a:solidFill>
              </a:defRPr>
            </a:pPr>
            <a:r>
              <a:t>•  Scénario 4 : Restitution des métriques (latences p95/p99, codes 4xx/5xx et filtres de logs).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7AE60"/>
                </a:solidFill>
              </a:defRPr>
            </a:pPr>
            <a:r>
              <a:t>PROJET DE FIN D'ANNEE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4E80"/>
                </a:solidFill>
              </a:defRPr>
            </a:pPr>
            <a:r>
              <a:t>Conclusion et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828C"/>
                </a:solidFill>
              </a:defRPr>
            </a:pPr>
            <a:r>
              <a:t>LogAnalyze — Supervision &amp; Sécurisation Nginx  |  SOPHATEL &amp; EMSI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26364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C4E80"/>
                </a:solidFill>
              </a:defRPr>
            </a:pPr>
            <a: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C4650"/>
                </a:solidFill>
              </a:defRPr>
            </a:pPr>
            <a:r>
              <a:t>•  Bilan : Plateforme opérationnelle, fiabilisée, sécurisée et prête au déploiement.</a:t>
            </a:r>
          </a:p>
          <a:p>
            <a:pPr>
              <a:spcAft>
                <a:spcPts val="1400"/>
              </a:spcAft>
              <a:defRPr sz="2000">
                <a:solidFill>
                  <a:srgbClr val="3C4650"/>
                </a:solidFill>
              </a:defRPr>
            </a:pPr>
            <a:r>
              <a:t>•  Validation : 100% des doublons rejetés, audit de sécurité validé (24/26 conformes).</a:t>
            </a:r>
          </a:p>
          <a:p>
            <a:pPr>
              <a:spcAft>
                <a:spcPts val="1400"/>
              </a:spcAft>
              <a:defRPr sz="2000">
                <a:solidFill>
                  <a:srgbClr val="3C4650"/>
                </a:solidFill>
              </a:defRPr>
            </a:pPr>
            <a:r>
              <a:t>•  Compétences acquises : Architecture asynchrone, administration système, DevOps.</a:t>
            </a:r>
          </a:p>
          <a:p>
            <a:pPr>
              <a:spcAft>
                <a:spcPts val="1400"/>
              </a:spcAft>
              <a:defRPr sz="2000">
                <a:solidFill>
                  <a:srgbClr val="3C4650"/>
                </a:solidFill>
              </a:defRPr>
            </a:pPr>
            <a:r>
              <a:t>•  Perspective 1 : Transition vers la suite ELK / OpenSearch pour l'indexation massive.</a:t>
            </a:r>
          </a:p>
          <a:p>
            <a:pPr>
              <a:spcAft>
                <a:spcPts val="1400"/>
              </a:spcAft>
              <a:defRPr sz="2000">
                <a:solidFill>
                  <a:srgbClr val="3C4650"/>
                </a:solidFill>
              </a:defRPr>
            </a:pPr>
            <a:r>
              <a:t>•  Perspective 2 : Détection des attaques DDoS par Machine Learning (Isolation Forests).</a:t>
            </a:r>
          </a:p>
          <a:p>
            <a:pPr>
              <a:spcAft>
                <a:spcPts val="1400"/>
              </a:spcAft>
              <a:defRPr sz="2000">
                <a:solidFill>
                  <a:srgbClr val="3C4650"/>
                </a:solidFill>
              </a:defRPr>
            </a:pPr>
            <a:r>
              <a:t>•  Perspective 3 : Système d'alertes instantanées multicanaux (Webhooks, Slack, Email).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F5F7FA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C4E80"/>
                </a:solidFill>
              </a:defRPr>
            </a:pPr>
            <a:r>
              <a:t>Merci de votre attention</a:t>
            </a:r>
          </a:p>
          <a:p>
            <a:pPr algn="ctr">
              <a:spcBef>
                <a:spcPts val="1600"/>
              </a:spcBef>
              <a:defRPr sz="2600" b="1">
                <a:solidFill>
                  <a:srgbClr val="27AE60"/>
                </a:solidFill>
              </a:defRPr>
            </a:pPr>
            <a:r>
              <a:t>Questions &amp; Réponses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828C"/>
                </a:solidFill>
              </a:defRPr>
            </a:pPr>
            <a:r>
              <a:t>LogAnalyze — Supervision &amp; Sécurisation Nginx  |  SOPHATEL &amp; EMSI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26364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C4E80"/>
                </a:solidFill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